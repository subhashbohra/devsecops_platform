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GitHub Copilot PR Review POC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Policy-aware and Architecture-aware Reviews for Microservices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Generic AI reviews that don't know our standards or architecture.</a:t>
            </a:r>
          </a:p>
          <a:p>
            <a:pPr lvl="1"/>
            <a:r>
              <a:t>Goal: Demonstrate that Copilot Code Review can enforce our rules and reason about cross-service impact using custom instructions + architecture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services:</a:t>
            </a:r>
          </a:p>
          <a:p>
            <a:pPr lvl="1"/>
            <a:r>
              <a:t>orders-api (Java, Spring Boot WebFlux, Gradle)</a:t>
            </a:r>
          </a:p>
          <a:p>
            <a:pPr lvl="1"/>
            <a:r>
              <a:t>inventory-api (Node.js, TypeScript, Express)</a:t>
            </a:r>
          </a:p>
          <a:p>
            <a:pPr lvl="1"/>
            <a:r>
              <a:t>orders-api exposes REST + events; inventory-api depends on its SKU field.</a:t>
            </a:r>
          </a:p>
          <a:p>
            <a:pPr lvl="1"/>
            <a:r>
              <a:t>orders-api has:</a:t>
            </a:r>
          </a:p>
          <a:p>
            <a:pPr lvl="2"/>
            <a:r>
              <a:t>- .github/copilot-instructions.md</a:t>
            </a:r>
          </a:p>
          <a:p>
            <a:pPr lvl="2"/>
            <a:r>
              <a:t>- architecture/impact-map.yaml</a:t>
            </a:r>
          </a:p>
          <a:p>
            <a:pPr lvl="2"/>
            <a:r>
              <a:t>- api/openapi.yaml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POC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Developer changes OrderDto (e.g., renames sku, changes totalAmount type).</a:t>
            </a:r>
          </a:p>
          <a:p>
            <a:pPr lvl="1"/>
            <a:r>
              <a:t>2. Opens PR without updating OpenAPI or impact map.</a:t>
            </a:r>
          </a:p>
          <a:p>
            <a:pPr lvl="1"/>
            <a:r>
              <a:t>3. Copilot Code Review runs with repo instructions.</a:t>
            </a:r>
          </a:p>
          <a:p>
            <a:pPr lvl="1"/>
            <a:r>
              <a:t>4. Copilot flags:</a:t>
            </a:r>
          </a:p>
          <a:p>
            <a:pPr lvl="2"/>
            <a:r>
              <a:t>- Policy issues (coverage, PR format, security).</a:t>
            </a:r>
          </a:p>
          <a:p>
            <a:pPr lvl="2"/>
            <a:r>
              <a:t>- Architecture issues (impacts inventory-api, billing-api from impact-map.yaml).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Benefits:</a:t>
            </a:r>
          </a:p>
          <a:p>
            <a:pPr lvl="1"/>
            <a:r>
              <a:t>- Reviews aligned with our standards, not generic advice.</a:t>
            </a:r>
          </a:p>
          <a:p>
            <a:pPr lvl="1"/>
            <a:r>
              <a:t>- Earlier detection of cross-service breaking changes.</a:t>
            </a:r>
          </a:p>
          <a:p>
            <a:pPr lvl="1"/>
            <a:r>
              <a:t>- Easier onboarding: rules live next to the code and in Copilot.</a:t>
            </a:r>
          </a:p>
          <a:p>
            <a:pPr lvl="1"/>
            <a:r>
              <a:t>Next Steps:</a:t>
            </a:r>
          </a:p>
          <a:p>
            <a:pPr lvl="2"/>
            <a:r>
              <a:t>- Roll out instructions pattern to more services.</a:t>
            </a:r>
          </a:p>
          <a:p>
            <a:pPr lvl="2"/>
            <a:r>
              <a:t>- Extend impact-map to cover key microservices.</a:t>
            </a:r>
          </a:p>
          <a:p>
            <a:pPr lvl="2"/>
            <a:r>
              <a:t>- Optionally add Copilot Chat + MCP for richer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